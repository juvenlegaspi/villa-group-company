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SL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567C"/>
          </a:solidFill>
          <a:ln w="12700">
            <a:solidFill>
              <a:srgbClr val="0B56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 SHIPPING LINES, INC.  |  VESSEL MANAGEMENT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680960" y="65105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9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FOR MANAGEMENT DISCUSSION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040880" y="-1645920"/>
            <a:ext cx="6766560" cy="8046720"/>
          </a:xfrm>
          <a:prstGeom prst="ellipse">
            <a:avLst/>
          </a:prstGeom>
          <a:solidFill>
            <a:srgbClr val="087FA7">
              <a:alpha val="88000"/>
            </a:srgbClr>
          </a:solidFill>
          <a:ln w="12700">
            <a:solidFill>
              <a:srgbClr val="087F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7772400" y="-731520"/>
            <a:ext cx="5303520" cy="6492240"/>
          </a:xfrm>
          <a:prstGeom prst="ellipse">
            <a:avLst/>
          </a:prstGeom>
          <a:solidFill>
            <a:srgbClr val="19B8C8">
              <a:alpha val="58000"/>
            </a:srgbClr>
          </a:solidFill>
          <a:ln w="12700">
            <a:solidFill>
              <a:srgbClr val="19B8C8">
                <a:alpha val="0"/>
              </a:srgbClr>
            </a:solidFill>
            <a:prstDash val="solid"/>
          </a:ln>
        </p:spPr>
      </p:sp>
      <p:pic>
        <p:nvPicPr>
          <p:cNvPr id="5" name="Image 0" descr="C:\laragon\www\villa\public\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11480"/>
            <a:ext cx="141732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Villa Shipping Lines,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Vessel Voyage Map Tracking Proposal</dc:title>
  <dc:subject>Proposed activity-based vessel location monitoring with map visualization</dc:subject>
  <dc:creator>Villa Group Operations System</dc:creator>
  <cp:lastModifiedBy>Villa Group Operations System</cp:lastModifiedBy>
  <cp:revision>1</cp:revision>
  <dcterms:created xsi:type="dcterms:W3CDTF">2026-09-14T02:09:17Z</dcterms:created>
  <dcterms:modified xsi:type="dcterms:W3CDTF">2026-09-14T02:09:17Z</dcterms:modified>
</cp:coreProperties>
</file>
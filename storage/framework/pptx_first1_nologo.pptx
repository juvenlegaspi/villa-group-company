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63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DDEA"/>
                </a:solidFill>
              </a:rPr>
              <a:t>VESSEL MANAGEMENT ENHANCEMENT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185623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Vessel Voyage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Map Tracking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21792" y="35661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F5"/>
                </a:solidFill>
              </a:rPr>
              <a:t>A practical, phased proposal for map-based visibility using the existing Voyage and Activity workflow.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46451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47091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CEO PROPOSAL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5E6"/>
                </a:solidFill>
              </a:rPr>
              <a:t>Prepared for Management Review  |  14 September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D8EDF4"/>
          </a:solidFill>
          <a:ln w="12700">
            <a:solidFill>
              <a:srgbClr val="A9D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">
            <a:off x="6903720" y="1874520"/>
            <a:ext cx="1920240" cy="23774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600000">
            <a:off x="9464040" y="1554480"/>
            <a:ext cx="1417320" cy="19202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846320"/>
            <a:ext cx="2011680" cy="-1600200"/>
          </a:xfrm>
          <a:prstGeom prst="line">
            <a:avLst/>
          </a:prstGeom>
          <a:noFill/>
          <a:ln w="33020">
            <a:solidFill>
              <a:srgbClr val="087FA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91272" y="4709160"/>
            <a:ext cx="219456" cy="219456"/>
          </a:xfrm>
          <a:prstGeom prst="ellipse">
            <a:avLst/>
          </a:prstGeom>
          <a:solidFill>
            <a:srgbClr val="178A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70264" y="3364992"/>
            <a:ext cx="219456" cy="219456"/>
          </a:xfrm>
          <a:prstGeom prst="ellipse">
            <a:avLst/>
          </a:prstGeom>
          <a:solidFill>
            <a:srgbClr val="C9952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44584" y="30358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3108960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43A"/>
                </a:solidFill>
              </a:rPr>
              <a:t>MV Sample 01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9336024" y="3319272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6677E"/>
                </a:solidFill>
              </a:rPr>
              <a:t>Underway • 10:42 AM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0040112" y="2020824"/>
            <a:ext cx="219456" cy="219456"/>
          </a:xfrm>
          <a:prstGeom prst="ellipse">
            <a:avLst/>
          </a:prstGeom>
          <a:solidFill>
            <a:srgbClr val="C7434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5303520"/>
            <a:ext cx="44714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1A5"/>
                </a:solidFill>
              </a:rPr>
              <a:t>Illustrative interface — not a navigational chart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40664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Villa Shipping Lines, Inc.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2026-09-14T02:07:34Z</dcterms:created>
  <dcterms:modified xsi:type="dcterms:W3CDTF">2026-09-14T02:07:34Z</dcterms:modified>
</cp:coreProperties>
</file>
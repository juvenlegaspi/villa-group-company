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040880" y="-1645920"/>
            <a:ext cx="6766560" cy="8046720"/>
          </a:xfrm>
          <a:prstGeom prst="ellipse">
            <a:avLst/>
          </a:prstGeom>
          <a:solidFill>
            <a:srgbClr val="087FA7">
              <a:alpha val="88000"/>
            </a:srgbClr>
          </a:solidFill>
          <a:ln w="12700">
            <a:solidFill>
              <a:srgbClr val="087F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7772400" y="-731520"/>
            <a:ext cx="5303520" cy="6492240"/>
          </a:xfrm>
          <a:prstGeom prst="ellipse">
            <a:avLst/>
          </a:prstGeom>
          <a:solidFill>
            <a:srgbClr val="19B8C8">
              <a:alpha val="58000"/>
            </a:srgbClr>
          </a:solidFill>
          <a:ln w="12700">
            <a:solidFill>
              <a:srgbClr val="19B8C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2026-09-14T02:09:17Z</dcterms:created>
  <dcterms:modified xsi:type="dcterms:W3CDTF">2026-09-14T02:09:17Z</dcterms:modified>
</cp:coreProperties>
</file>
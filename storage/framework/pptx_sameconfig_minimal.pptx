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SL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567C"/>
          </a:solidFill>
          <a:ln w="12700">
            <a:solidFill>
              <a:srgbClr val="0B56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VILLA SHIPPING LINES, INC.  |  VESSEL MANAGEMENT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680960" y="651052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A9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FOR MANAGEMENT DISCUSSION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Validation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Villa Shipping Lines,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Vessel Voyage Map Tracking Proposal</dc:title>
  <dc:subject>Proposed activity-based vessel location monitoring with map visualization</dc:subject>
  <dc:creator>Villa Group Operations System</dc:creator>
  <cp:lastModifiedBy>Villa Group Operations System</cp:lastModifiedBy>
  <cp:revision>1</cp:revision>
  <dcterms:created xsi:type="dcterms:W3CDTF">2026-09-14T02:08:14Z</dcterms:created>
  <dcterms:modified xsi:type="dcterms:W3CDTF">2026-09-14T02:08:14Z</dcterms:modified>
</cp:coreProperties>
</file>
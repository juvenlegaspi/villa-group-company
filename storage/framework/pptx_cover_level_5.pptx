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SL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567C"/>
          </a:solidFill>
          <a:ln w="12700">
            <a:solidFill>
              <a:srgbClr val="0B56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VILLA SHIPPING LINES, INC.  |  VESSEL MANAGEMENT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680960" y="651052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A9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FOR MANAGEMENT DISCUSSION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7040880" y="-1645920"/>
            <a:ext cx="6766560" cy="8046720"/>
          </a:xfrm>
          <a:prstGeom prst="ellipse">
            <a:avLst/>
          </a:prstGeom>
          <a:solidFill>
            <a:srgbClr val="087FA7">
              <a:alpha val="88000"/>
            </a:srgbClr>
          </a:solidFill>
          <a:ln w="12700">
            <a:solidFill>
              <a:srgbClr val="087F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7772400" y="-731520"/>
            <a:ext cx="5303520" cy="6492240"/>
          </a:xfrm>
          <a:prstGeom prst="ellipse">
            <a:avLst/>
          </a:prstGeom>
          <a:solidFill>
            <a:srgbClr val="19B8C8">
              <a:alpha val="58000"/>
            </a:srgbClr>
          </a:solidFill>
          <a:ln w="12700">
            <a:solidFill>
              <a:srgbClr val="19B8C8">
                <a:alpha val="0"/>
              </a:srgbClr>
            </a:solidFill>
            <a:prstDash val="solid"/>
          </a:ln>
        </p:spPr>
      </p:sp>
      <p:pic>
        <p:nvPicPr>
          <p:cNvPr id="5" name="Image 0" descr="C:\laragon\www\villa\public\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11480"/>
            <a:ext cx="141732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1463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DDEA"/>
                </a:solidFill>
              </a:rPr>
              <a:t>VESSEL MANAGEMENT ENHANCEMENT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85216" y="1856232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Vessel Voyage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Map Tracking</a:t>
            </a:r>
            <a:endParaRPr lang="en-US" sz="3500" dirty="0"/>
          </a:p>
        </p:txBody>
      </p:sp>
      <p:sp>
        <p:nvSpPr>
          <p:cNvPr id="8" name="Text 5"/>
          <p:cNvSpPr/>
          <p:nvPr/>
        </p:nvSpPr>
        <p:spPr>
          <a:xfrm>
            <a:off x="621792" y="35661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7EAF5"/>
                </a:solidFill>
              </a:rPr>
              <a:t>A practical, phased proposal for map-based visibility using the existing Voyage and Activity workflow.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792" y="4645152"/>
            <a:ext cx="1417320" cy="310896"/>
          </a:xfrm>
          <a:prstGeom prst="roundRect">
            <a:avLst>
              <a:gd name="adj" fmla="val 41176"/>
            </a:avLst>
          </a:prstGeom>
          <a:solidFill>
            <a:srgbClr val="C9952E"/>
          </a:solidFill>
          <a:ln w="12700">
            <a:solidFill>
              <a:srgbClr val="C995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944" y="470916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CEO PROPOSAL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1792" y="515721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5E6"/>
                </a:solidFill>
              </a:rPr>
              <a:t>Prepared for Management Review  |  14 September 2026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83680" y="1417320"/>
            <a:ext cx="4800600" cy="4114800"/>
          </a:xfrm>
          <a:prstGeom prst="roundRect">
            <a:avLst>
              <a:gd name="adj" fmla="val 1778"/>
            </a:avLst>
          </a:prstGeom>
          <a:solidFill>
            <a:srgbClr val="D8EDF4"/>
          </a:solidFill>
          <a:ln w="12700">
            <a:solidFill>
              <a:srgbClr val="A9D2D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1080000">
            <a:off x="6903720" y="1874520"/>
            <a:ext cx="1920240" cy="2377440"/>
          </a:xfrm>
          <a:prstGeom prst="ellipse">
            <a:avLst/>
          </a:prstGeom>
          <a:solidFill>
            <a:srgbClr val="DDE5D2"/>
          </a:solidFill>
          <a:ln w="12700">
            <a:solidFill>
              <a:srgbClr val="B7C8A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12600000">
            <a:off x="9464040" y="1554480"/>
            <a:ext cx="1417320" cy="1920240"/>
          </a:xfrm>
          <a:prstGeom prst="ellipse">
            <a:avLst/>
          </a:prstGeom>
          <a:solidFill>
            <a:srgbClr val="DDE5D2"/>
          </a:solidFill>
          <a:ln w="12700">
            <a:solidFill>
              <a:srgbClr val="B7C8A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46720" y="4846320"/>
            <a:ext cx="2011680" cy="-1600200"/>
          </a:xfrm>
          <a:prstGeom prst="line">
            <a:avLst/>
          </a:prstGeom>
          <a:noFill/>
          <a:ln w="33020">
            <a:solidFill>
              <a:srgbClr val="087FA7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891272" y="4709160"/>
            <a:ext cx="219456" cy="219456"/>
          </a:xfrm>
          <a:prstGeom prst="ellipse">
            <a:avLst/>
          </a:prstGeom>
          <a:solidFill>
            <a:srgbClr val="178A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70264" y="3364992"/>
            <a:ext cx="219456" cy="219456"/>
          </a:xfrm>
          <a:prstGeom prst="ellipse">
            <a:avLst/>
          </a:prstGeom>
          <a:solidFill>
            <a:srgbClr val="C9952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244584" y="3035808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36024" y="3108960"/>
            <a:ext cx="11887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8243A"/>
                </a:solidFill>
              </a:rPr>
              <a:t>MV Sample 01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9336024" y="3319272"/>
            <a:ext cx="11887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6677E"/>
                </a:solidFill>
              </a:rPr>
              <a:t>Underway • 10:42 AM</a:t>
            </a:r>
            <a:endParaRPr lang="en-US" sz="720" dirty="0"/>
          </a:p>
        </p:txBody>
      </p:sp>
      <p:sp>
        <p:nvSpPr>
          <p:cNvPr id="21" name="Shape 18"/>
          <p:cNvSpPr/>
          <p:nvPr/>
        </p:nvSpPr>
        <p:spPr>
          <a:xfrm>
            <a:off x="10040112" y="2020824"/>
            <a:ext cx="219456" cy="219456"/>
          </a:xfrm>
          <a:prstGeom prst="ellipse">
            <a:avLst/>
          </a:prstGeom>
          <a:solidFill>
            <a:srgbClr val="C74343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48272" y="5303520"/>
            <a:ext cx="4471416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291A5"/>
                </a:solidFill>
              </a:rPr>
              <a:t>Illustrative interface — not a navigational chart</a:t>
            </a:r>
            <a:endParaRPr lang="en-US" sz="680" dirty="0"/>
          </a:p>
        </p:txBody>
      </p:sp>
      <p:sp>
        <p:nvSpPr>
          <p:cNvPr id="23" name="Text 20"/>
          <p:cNvSpPr/>
          <p:nvPr/>
        </p:nvSpPr>
        <p:spPr>
          <a:xfrm>
            <a:off x="7406640" y="5760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Villa Shipping Lines, Inc.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Villa Shipping Lines,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Vessel Voyage Map Tracking Proposal</dc:title>
  <dc:subject>Proposed activity-based vessel location monitoring with map visualization</dc:subject>
  <dc:creator>Villa Group Operations System</dc:creator>
  <cp:lastModifiedBy>Villa Group Operations System</cp:lastModifiedBy>
  <cp:revision>1</cp:revision>
  <dcterms:created xsi:type="dcterms:W3CDTF">2026-09-14T02:09:18Z</dcterms:created>
  <dcterms:modified xsi:type="dcterms:W3CDTF">2026-09-14T02:09:18Z</dcterms:modified>
</cp:coreProperties>
</file>